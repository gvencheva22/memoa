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Montserrat" panose="00000500000000000000" pitchFamily="2" charset="-52"/>
      <p:regular r:id="rId7"/>
    </p:embeddedFont>
    <p:embeddedFont>
      <p:font typeface="Montserrat Bold" panose="00000800000000000000" charset="-52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33" r="-33333"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3" name="AutoShape 3"/>
          <p:cNvSpPr/>
          <p:nvPr/>
        </p:nvSpPr>
        <p:spPr>
          <a:xfrm>
            <a:off x="1411815" y="6585624"/>
            <a:ext cx="12114058" cy="0"/>
          </a:xfrm>
          <a:prstGeom prst="line">
            <a:avLst/>
          </a:prstGeom>
          <a:ln w="666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4" name="TextBox 4"/>
          <p:cNvSpPr txBox="1"/>
          <p:nvPr/>
        </p:nvSpPr>
        <p:spPr>
          <a:xfrm>
            <a:off x="1257123" y="2987001"/>
            <a:ext cx="13983875" cy="287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49"/>
              </a:lnSpc>
            </a:pPr>
            <a:r>
              <a:rPr lang="en-US" sz="16820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Memoa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850061" y="793106"/>
            <a:ext cx="6437939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3" name="Freeform 3"/>
          <p:cNvSpPr/>
          <p:nvPr/>
        </p:nvSpPr>
        <p:spPr>
          <a:xfrm>
            <a:off x="633046" y="3430822"/>
            <a:ext cx="7602131" cy="3425356"/>
          </a:xfrm>
          <a:custGeom>
            <a:avLst/>
            <a:gdLst/>
            <a:ahLst/>
            <a:cxnLst/>
            <a:rect l="l" t="t" r="r" b="b"/>
            <a:pathLst>
              <a:path w="7602131" h="3425356">
                <a:moveTo>
                  <a:pt x="0" y="0"/>
                </a:moveTo>
                <a:lnTo>
                  <a:pt x="7602131" y="0"/>
                </a:lnTo>
                <a:lnTo>
                  <a:pt x="7602131" y="3425356"/>
                </a:lnTo>
                <a:lnTo>
                  <a:pt x="0" y="3425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4" name="TextBox 4"/>
          <p:cNvSpPr txBox="1"/>
          <p:nvPr/>
        </p:nvSpPr>
        <p:spPr>
          <a:xfrm>
            <a:off x="8845934" y="6310365"/>
            <a:ext cx="8661955" cy="1358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Комбинирано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приложение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бележки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, to-do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списъци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асистент</a:t>
            </a:r>
            <a:endParaRPr lang="en-US" sz="1903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664"/>
              </a:lnSpc>
            </a:pP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Предназначено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бързо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организиране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задачи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идеи</a:t>
            </a:r>
            <a:endParaRPr lang="en-US" sz="1903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664"/>
              </a:lnSpc>
            </a:pP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Работи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чрез</a:t>
            </a:r>
            <a:r>
              <a:rPr lang="en-US" sz="1903" dirty="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903" dirty="0" err="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localStorage</a:t>
            </a:r>
            <a:endParaRPr lang="en-US" sz="1903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664"/>
              </a:lnSpc>
            </a:pPr>
            <a:endParaRPr lang="en-US" sz="1903" dirty="0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45934" y="2282988"/>
            <a:ext cx="8413366" cy="4178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51"/>
              </a:lnSpc>
            </a:pPr>
            <a:r>
              <a:rPr lang="en-US" sz="9360" b="1" dirty="0" err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Общо</a:t>
            </a:r>
            <a:r>
              <a:rPr lang="en-US" sz="9360" b="1" dirty="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9360" b="1" dirty="0" err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описание</a:t>
            </a:r>
            <a:endParaRPr lang="en-US" sz="9360" b="1" dirty="0">
              <a:solidFill>
                <a:srgbClr val="2254C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10951"/>
              </a:lnSpc>
            </a:pPr>
            <a:endParaRPr lang="en-US" sz="9360" b="1" dirty="0">
              <a:solidFill>
                <a:srgbClr val="2254C5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3" name="AutoShape 3"/>
          <p:cNvSpPr/>
          <p:nvPr/>
        </p:nvSpPr>
        <p:spPr>
          <a:xfrm flipV="1">
            <a:off x="11850061" y="793106"/>
            <a:ext cx="6923190" cy="0"/>
          </a:xfrm>
          <a:prstGeom prst="line">
            <a:avLst/>
          </a:prstGeom>
          <a:ln w="28575" cap="flat">
            <a:solidFill>
              <a:srgbClr val="2254C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4" name="Freeform 4"/>
          <p:cNvSpPr/>
          <p:nvPr/>
        </p:nvSpPr>
        <p:spPr>
          <a:xfrm>
            <a:off x="1468039" y="4000121"/>
            <a:ext cx="7876671" cy="3500743"/>
          </a:xfrm>
          <a:custGeom>
            <a:avLst/>
            <a:gdLst/>
            <a:ahLst/>
            <a:cxnLst/>
            <a:rect l="l" t="t" r="r" b="b"/>
            <a:pathLst>
              <a:path w="7876671" h="3500743">
                <a:moveTo>
                  <a:pt x="0" y="0"/>
                </a:moveTo>
                <a:lnTo>
                  <a:pt x="7876671" y="0"/>
                </a:lnTo>
                <a:lnTo>
                  <a:pt x="7876671" y="3500743"/>
                </a:lnTo>
                <a:lnTo>
                  <a:pt x="0" y="3500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bg-BG"/>
          </a:p>
        </p:txBody>
      </p:sp>
      <p:sp>
        <p:nvSpPr>
          <p:cNvPr id="5" name="TextBox 5"/>
          <p:cNvSpPr txBox="1"/>
          <p:nvPr/>
        </p:nvSpPr>
        <p:spPr>
          <a:xfrm>
            <a:off x="1468039" y="1570539"/>
            <a:ext cx="13810976" cy="167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01"/>
              </a:lnSpc>
            </a:pPr>
            <a:r>
              <a:rPr lang="en-US" sz="9786" b="1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Функционалности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15248" y="4375891"/>
            <a:ext cx="6574359" cy="2701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•Създаване и редактиране на бележки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•Чеклистове и напомняния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•Kanban To-Do табло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•Favourites за важни елементи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•Светла и тъмна темна</a:t>
            </a:r>
          </a:p>
          <a:p>
            <a:pPr algn="l">
              <a:lnSpc>
                <a:spcPts val="2704"/>
              </a:lnSpc>
            </a:pPr>
            <a:r>
              <a:rPr lang="en-US" sz="1931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•Вграден асистент за сортиране и структуриране</a:t>
            </a:r>
          </a:p>
          <a:p>
            <a:pPr algn="l">
              <a:lnSpc>
                <a:spcPts val="2704"/>
              </a:lnSpc>
            </a:pPr>
            <a:endParaRPr lang="en-US" sz="1931">
              <a:solidFill>
                <a:srgbClr val="2254C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4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970252" y="9719678"/>
            <a:ext cx="20335605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3" name="TextBox 3"/>
          <p:cNvSpPr txBox="1"/>
          <p:nvPr/>
        </p:nvSpPr>
        <p:spPr>
          <a:xfrm>
            <a:off x="1371235" y="1511115"/>
            <a:ext cx="10699350" cy="4348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70"/>
              </a:lnSpc>
            </a:pPr>
            <a:r>
              <a:rPr lang="en-US" sz="1247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Технологии</a:t>
            </a:r>
          </a:p>
          <a:p>
            <a:pPr algn="l">
              <a:lnSpc>
                <a:spcPts val="17470"/>
              </a:lnSpc>
            </a:pPr>
            <a:endParaRPr lang="en-US" sz="12478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71235" y="4123965"/>
            <a:ext cx="9568716" cy="1462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•HTML, CSS, JavaScript</a:t>
            </a:r>
          </a:p>
          <a:p>
            <a:pPr algn="l">
              <a:lnSpc>
                <a:spcPts val="2919"/>
              </a:lnSpc>
            </a:pP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localStorage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съхранение</a:t>
            </a:r>
            <a:endParaRPr lang="en-US" sz="2085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19"/>
              </a:lnSpc>
            </a:pP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•VS Code Live Server</a:t>
            </a:r>
          </a:p>
          <a:p>
            <a:pPr algn="l">
              <a:lnSpc>
                <a:spcPts val="2919"/>
              </a:lnSpc>
              <a:spcBef>
                <a:spcPct val="0"/>
              </a:spcBef>
            </a:pPr>
            <a:endParaRPr lang="en-US" sz="2085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11850061" y="793106"/>
            <a:ext cx="697692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6" name="TextBox 6"/>
          <p:cNvSpPr txBox="1"/>
          <p:nvPr/>
        </p:nvSpPr>
        <p:spPr>
          <a:xfrm>
            <a:off x="1371235" y="5380789"/>
            <a:ext cx="10699350" cy="414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35"/>
              </a:lnSpc>
            </a:pPr>
            <a:r>
              <a:rPr lang="en-US" sz="1188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Заключение</a:t>
            </a:r>
          </a:p>
          <a:p>
            <a:pPr algn="l">
              <a:lnSpc>
                <a:spcPts val="16635"/>
              </a:lnSpc>
            </a:pPr>
            <a:endParaRPr lang="en-US" sz="1188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71235" y="7796247"/>
            <a:ext cx="9568716" cy="183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Memoa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улеснява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управлението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бележки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задачи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като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комбинира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всичко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в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един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интерфейс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919"/>
              </a:lnSpc>
            </a:pP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Лесно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разширяемо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подходящо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бъдещи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85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подобрения</a:t>
            </a:r>
            <a:r>
              <a:rPr lang="en-US" sz="2085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919"/>
              </a:lnSpc>
            </a:pPr>
            <a:endParaRPr lang="en-US" sz="2085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19"/>
              </a:lnSpc>
              <a:spcBef>
                <a:spcPct val="0"/>
              </a:spcBef>
            </a:pPr>
            <a:endParaRPr lang="en-US" sz="2085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4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52246" y="2486302"/>
            <a:ext cx="11983508" cy="5349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33"/>
              </a:lnSpc>
            </a:pPr>
            <a:r>
              <a:rPr lang="en-US" sz="10166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Благодарим за вниманието!</a:t>
            </a:r>
          </a:p>
          <a:p>
            <a:pPr algn="l">
              <a:lnSpc>
                <a:spcPts val="14233"/>
              </a:lnSpc>
            </a:pPr>
            <a:endParaRPr lang="en-US" sz="10166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970252" y="9719678"/>
            <a:ext cx="20335605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  <p:sp>
        <p:nvSpPr>
          <p:cNvPr id="4" name="AutoShape 4"/>
          <p:cNvSpPr/>
          <p:nvPr/>
        </p:nvSpPr>
        <p:spPr>
          <a:xfrm flipV="1">
            <a:off x="11850061" y="793106"/>
            <a:ext cx="6976926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bg-BG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</Words>
  <Application>Microsoft Office PowerPoint</Application>
  <PresentationFormat>Custom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Montserrat Bold</vt:lpstr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Business Pitch Deck Presentation</dc:title>
  <cp:lastModifiedBy>Кристияна Иванова Христова</cp:lastModifiedBy>
  <cp:revision>2</cp:revision>
  <dcterms:created xsi:type="dcterms:W3CDTF">2006-08-16T00:00:00Z</dcterms:created>
  <dcterms:modified xsi:type="dcterms:W3CDTF">2025-11-28T21:30:35Z</dcterms:modified>
  <dc:identifier>DAG6BV_RYq4</dc:identifier>
</cp:coreProperties>
</file>